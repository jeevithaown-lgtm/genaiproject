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73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39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76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2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31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1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32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398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74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53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626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7815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69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8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18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08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976" y="1802675"/>
            <a:ext cx="8107195" cy="1946366"/>
          </a:xfrm>
        </p:spPr>
        <p:txBody>
          <a:bodyPr/>
          <a:lstStyle/>
          <a:p>
            <a:r>
              <a:rPr lang="en-US" sz="6000" dirty="0" smtClean="0">
                <a:solidFill>
                  <a:schemeClr val="tx1"/>
                </a:solidFill>
              </a:rPr>
              <a:t>SCRIBBLE TO DIGITAL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87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6875" y="112624"/>
            <a:ext cx="8596668" cy="1538514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chemeClr val="tx1"/>
                </a:solidFill>
              </a:rPr>
              <a:t>SUB TITLES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9094" y="1272315"/>
            <a:ext cx="8596668" cy="3880773"/>
          </a:xfrm>
        </p:spPr>
        <p:txBody>
          <a:bodyPr>
            <a:noAutofit/>
          </a:bodyPr>
          <a:lstStyle/>
          <a:p>
            <a:r>
              <a:rPr lang="en-US" sz="2000" dirty="0" smtClean="0"/>
              <a:t>INTRODUCTION</a:t>
            </a:r>
          </a:p>
          <a:p>
            <a:endParaRPr lang="en-US" sz="2000" dirty="0"/>
          </a:p>
          <a:p>
            <a:r>
              <a:rPr lang="en-US" sz="2000" dirty="0" smtClean="0"/>
              <a:t>OBJECTIVE</a:t>
            </a:r>
          </a:p>
          <a:p>
            <a:endParaRPr lang="en-US" sz="2000" dirty="0"/>
          </a:p>
          <a:p>
            <a:r>
              <a:rPr lang="en-US" sz="2000" dirty="0" smtClean="0"/>
              <a:t>IMAGE ACQUISTION</a:t>
            </a:r>
          </a:p>
          <a:p>
            <a:endParaRPr lang="en-US" sz="2000" dirty="0"/>
          </a:p>
          <a:p>
            <a:r>
              <a:rPr lang="en-US" sz="2000" dirty="0" smtClean="0"/>
              <a:t>PRE PROCESSING</a:t>
            </a:r>
          </a:p>
          <a:p>
            <a:endParaRPr lang="en-US" sz="2000" dirty="0"/>
          </a:p>
          <a:p>
            <a:r>
              <a:rPr lang="en-US" sz="2000" dirty="0" smtClean="0"/>
              <a:t>IMAGE PROCESSING</a:t>
            </a:r>
          </a:p>
          <a:p>
            <a:endParaRPr lang="en-US" sz="2000" dirty="0"/>
          </a:p>
          <a:p>
            <a:r>
              <a:rPr lang="en-US" sz="2000" dirty="0" smtClean="0"/>
              <a:t>CONCLUSION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270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649" y="705393"/>
            <a:ext cx="8596668" cy="1185817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INTRODUCTION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Converts handwritten scribbles or notes into editable digital text or images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Makes organizing handwritten notes, meetings, or ideas super quick and paperless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Uses image processing and OCR (Optical Character Recognition) tech to interpret scribbles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 Students digitizing notes, professionals capturing meeting sketches, artists digitizing doodles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Python, </a:t>
            </a:r>
            <a:r>
              <a:rPr lang="en-US" dirty="0" err="1"/>
              <a:t>OpenCV</a:t>
            </a:r>
            <a:r>
              <a:rPr lang="en-US" dirty="0"/>
              <a:t>, </a:t>
            </a:r>
            <a:r>
              <a:rPr lang="en-US" dirty="0" err="1"/>
              <a:t>Tesseract</a:t>
            </a:r>
            <a:r>
              <a:rPr lang="en-US" dirty="0"/>
              <a:t> OCR, and machine learning for better accuracy.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7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5403" y="622663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OBJECTIVE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Accurate Conversion: Convert handwritten scribbles into precise digital text or editable images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User-Friendly Input: Allow users to input scribbles via camera, scanner, or touch interface.3. Support Multiple Formats: Handle various writing styles, languages, and scribble types (text, drawings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4</a:t>
            </a:r>
            <a:r>
              <a:rPr lang="en-US" dirty="0"/>
              <a:t>. Seamless Editing: Enable users to edit, save, or share the digital output easily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High Accuracy &amp; Speed: Optimize for fast processing with minimal errors in recognition.</a:t>
            </a:r>
          </a:p>
        </p:txBody>
      </p:sp>
    </p:spTree>
    <p:extLst>
      <p:ext uri="{BB962C8B-B14F-4D97-AF65-F5344CB8AC3E}">
        <p14:creationId xmlns:p14="http://schemas.microsoft.com/office/powerpoint/2010/main" val="370489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448" y="949235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IMAGE ACQUISTION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540657"/>
          </a:xfrm>
        </p:spPr>
        <p:txBody>
          <a:bodyPr/>
          <a:lstStyle/>
          <a:p>
            <a:r>
              <a:rPr lang="en-US" dirty="0"/>
              <a:t>1. Input Methods: Capture scribbles via camera, scanner, or upload images from devices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Image Quality: Ensure good lighting, contrast, and resolution for accurate processing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File Formats: Support common formats like JPEG, PNG, or PDF for input images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Pre-Capture Guidelines: Guide users to capture clear, well-lit, and straight images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Cropping &amp; Focus: Allow users to crop or adjust focus for better scribble detection.</a:t>
            </a:r>
          </a:p>
        </p:txBody>
      </p:sp>
    </p:spTree>
    <p:extLst>
      <p:ext uri="{BB962C8B-B14F-4D97-AF65-F5344CB8AC3E}">
        <p14:creationId xmlns:p14="http://schemas.microsoft.com/office/powerpoint/2010/main" val="3083219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5951" y="949234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 PROCESSING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Noise Reduction: Remove unwanted marks, shadows, or background clutter from images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dirty="0" err="1"/>
              <a:t>Binarization</a:t>
            </a:r>
            <a:r>
              <a:rPr lang="en-US" dirty="0"/>
              <a:t>: Convert images to black-and-white for clearer text or line detection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Resizing &amp; Scaling: Adjust image size for consistent processing and OCR accuracy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Skew Correction: Straighten tilted or skewed scribbles for better recognition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Thinning &amp; Smoothing: Thin lines and smooth scribbles for neater digital output.</a:t>
            </a:r>
          </a:p>
        </p:txBody>
      </p:sp>
    </p:spTree>
    <p:extLst>
      <p:ext uri="{BB962C8B-B14F-4D97-AF65-F5344CB8AC3E}">
        <p14:creationId xmlns:p14="http://schemas.microsoft.com/office/powerpoint/2010/main" val="319036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271" y="622663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IMAGE PROCESSING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Line Detection: Identify and separate scribbled lines or text from the background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Shape Recognition: Distinguish between text, drawings, and other elements in scribbles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dirty="0" err="1"/>
              <a:t>Vectorization</a:t>
            </a:r>
            <a:r>
              <a:rPr lang="en-US" dirty="0"/>
              <a:t>: Convert scribbled drawings into scalable vector graphics (SVG) for editing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Text Segmentation: Split handwritten text into individual characters or words for OCR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Color &amp; Style Handling: Preserve or adjust colors and styles (bold, italic) in digital output.</a:t>
            </a:r>
          </a:p>
        </p:txBody>
      </p:sp>
    </p:spTree>
    <p:extLst>
      <p:ext uri="{BB962C8B-B14F-4D97-AF65-F5344CB8AC3E}">
        <p14:creationId xmlns:p14="http://schemas.microsoft.com/office/powerpoint/2010/main" val="2391495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397" y="687977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CONCLUSION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Efficient Digitization: Converts handwritten scribbles to editable digital formats quickly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2</a:t>
            </a:r>
            <a:r>
              <a:rPr lang="en-US" dirty="0"/>
              <a:t>. Versatile Applications: Useful for students, professionals, artists, and anyone wanting to go paperless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3</a:t>
            </a:r>
            <a:r>
              <a:rPr lang="en-US" dirty="0"/>
              <a:t>. Accuracy Improvements: Leverages OCR and ML techniques to handle varied handwriting and scribbles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4</a:t>
            </a:r>
            <a:r>
              <a:rPr lang="en-US" dirty="0"/>
              <a:t>. User-Friendly: Simplifies note-taking, sketching, and document management digitally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5</a:t>
            </a:r>
            <a:r>
              <a:rPr lang="en-US" dirty="0"/>
              <a:t>. Future Scope: Can integrate with AI for real-time transcription, language translation, or smart editing.</a:t>
            </a:r>
          </a:p>
        </p:txBody>
      </p:sp>
    </p:spTree>
    <p:extLst>
      <p:ext uri="{BB962C8B-B14F-4D97-AF65-F5344CB8AC3E}">
        <p14:creationId xmlns:p14="http://schemas.microsoft.com/office/powerpoint/2010/main" val="16011237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523</TotalTime>
  <Words>523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SCRIBBLE TO DIGITAL</vt:lpstr>
      <vt:lpstr>SUB TITLES</vt:lpstr>
      <vt:lpstr>INTRODUCTION</vt:lpstr>
      <vt:lpstr>OBJECTIVE</vt:lpstr>
      <vt:lpstr>IMAGE ACQUISTION </vt:lpstr>
      <vt:lpstr>PRE PROCESSING </vt:lpstr>
      <vt:lpstr>IMAGE PROCESSING 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SCRIBBLE TO DIGITAL</dc:title>
  <dc:creator>ADMIN</dc:creator>
  <cp:lastModifiedBy>ADMIN</cp:lastModifiedBy>
  <cp:revision>7</cp:revision>
  <dcterms:created xsi:type="dcterms:W3CDTF">2026-03-08T15:48:40Z</dcterms:created>
  <dcterms:modified xsi:type="dcterms:W3CDTF">2026-03-09T00:31:48Z</dcterms:modified>
</cp:coreProperties>
</file>